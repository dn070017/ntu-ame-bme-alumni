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100" d="100"/>
          <a:sy n="100" d="100"/>
        </p:scale>
        <p:origin x="-7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F7BBA-7135-27B4-85A4-A44F23090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901A94-4749-BCD2-2DF1-40265B180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6ADAD-BB5D-C343-6EEC-A485D447D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C727-5A57-4577-8657-BF72227C3791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1C3BC-DD65-CFBF-5E48-D0E0945CC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32491-41DD-3987-D087-D964684E9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7FD7-3D31-4C4F-9A75-03E8E8CE2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85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6C6D5-8BEF-D9D6-D6AA-9DB7C872F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4165D-C9DC-0912-F4CD-8E84351A0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6079-349D-559F-3D3A-2006055BD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C727-5A57-4577-8657-BF72227C3791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669B4-DE02-3E2D-FD98-CFA065A1B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1D270-4742-AB68-2DFD-53F616E04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7FD7-3D31-4C4F-9A75-03E8E8CE2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6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32424-94DF-AB6C-FBC6-882A718F5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34D26-40F8-4BE6-AC20-3EF0575CD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321B1-B1DF-BCB2-978F-BD6366A44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C727-5A57-4577-8657-BF72227C3791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719D0-81E0-6401-F92D-6B716137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7CB46-3759-2DCF-2222-C83F06BD3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7FD7-3D31-4C4F-9A75-03E8E8CE2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02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1078-77CB-80C7-62A8-BFFB3B38F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1EC6F-1D01-7AAD-C9EE-B7CEB250A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BD53A-2974-B3C5-F079-CD91985F0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0A0E5-1950-FAAB-D7AF-24EB336B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C727-5A57-4577-8657-BF72227C3791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91F69-72B7-17A9-F92C-CF59F4E1C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81E29-7F2A-B582-B447-50204969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7FD7-3D31-4C4F-9A75-03E8E8CE2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52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83E5-B817-ACD6-C519-6DE88ABD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D38AD-6E08-7071-6649-7935A8C6E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5115-218A-F52C-4161-EEC3D1BE5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48E85C-AD95-30F7-9E75-5F8A3C136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4C4B4A-0E25-5010-22F0-2FB49372E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9B7F50-78C5-3396-D4E5-7D9D35592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C727-5A57-4577-8657-BF72227C3791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B21A5-6918-63F0-4EC3-5C090C37D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BC5A38-95CF-E01D-25A0-F90FAA41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7FD7-3D31-4C4F-9A75-03E8E8CE2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26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7E3DC-FBAB-15A4-0AF0-3F46416D5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DFDED1-5DE3-1182-3486-0C8385D6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C727-5A57-4577-8657-BF72227C3791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A113A-E55A-EC54-7D96-CC82213C4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F22FCA-EEC5-243A-CE39-FA457885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7FD7-3D31-4C4F-9A75-03E8E8CE2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63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9B953-73E3-E3BC-A5E4-329B88138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C727-5A57-4577-8657-BF72227C3791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D2FB4A-208C-0082-09F7-017BB4975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18EA2-80E2-017A-E671-B5D3282B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7FD7-3D31-4C4F-9A75-03E8E8CE2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50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E12A-9565-B489-2563-FDBE660B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277D2-F702-05AB-F99B-7827A4363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9A66F-4C48-8581-EB55-C2BA82FCA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47627-E50F-6AD8-0B73-26A01E933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C727-5A57-4577-8657-BF72227C3791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3029D-C2CE-29F9-B20C-46266B73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F0FF2-306D-476C-8942-3C1692A4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7FD7-3D31-4C4F-9A75-03E8E8CE2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16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44F7-5DC9-9274-5A5A-1629C49B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B6613F-C444-4E88-D6C0-39D7B948775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7F0F5-F13A-A3A0-8B6B-67AC5F0D1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3E330-1E3D-72E7-E1B4-86E6E2D86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C727-5A57-4577-8657-BF72227C3791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A97C4-22F1-F26B-344A-0AA33F61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F9469-9F07-622A-6F55-6CC8CF85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7FD7-3D31-4C4F-9A75-03E8E8CE2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44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30FDA-35A7-B50A-26C3-DC06C4AF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DCA13-6420-2F57-B006-5EE5CF1A3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EFCD5-1DA8-E240-D12B-E06C1A64D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C727-5A57-4577-8657-BF72227C3791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E496C-5381-DA7C-0885-9F2E284B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25ED1-1FD6-60F6-3450-E7B3D35CE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7FD7-3D31-4C4F-9A75-03E8E8CE2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77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83D5A1-742B-296F-B6E1-6E144B370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268DE-77AA-BA9D-FC62-013D1A90D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6928A-5DEB-D778-24E4-01BD1EEF4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C727-5A57-4577-8657-BF72227C3791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49E0F-DB57-3EB4-D053-9F65CBC4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0003B-70F1-5275-A67E-83ABE9D75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7FD7-3D31-4C4F-9A75-03E8E8CE2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4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A06AF7-77BF-E4B2-C37A-BA53A6B1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9174D-4EB9-17BD-701B-429D93D18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BB0FE-1D20-A130-6C1C-1B4F7338EA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56C727-5A57-4577-8657-BF72227C3791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0AAB3-86B1-9F93-E21B-998F5E30F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A1ECC-E87F-09FF-5266-F6CA73337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E7FD7-3D31-4C4F-9A75-03E8E8CE2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86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1">
            <a:extLst>
              <a:ext uri="{FF2B5EF4-FFF2-40B4-BE49-F238E27FC236}">
                <a16:creationId xmlns:a16="http://schemas.microsoft.com/office/drawing/2014/main" id="{19EE65EC-0F17-B949-0537-0B7087B9A8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16" b="19488"/>
          <a:stretch>
            <a:fillRect/>
          </a:stretch>
        </p:blipFill>
        <p:spPr>
          <a:xfrm>
            <a:off x="2049962" y="2790825"/>
            <a:ext cx="1961515" cy="1457325"/>
          </a:xfrm>
          <a:prstGeom prst="rect">
            <a:avLst/>
          </a:prstGeom>
        </p:spPr>
      </p:pic>
      <p:pic>
        <p:nvPicPr>
          <p:cNvPr id="6" name="圖片 1">
            <a:extLst>
              <a:ext uri="{FF2B5EF4-FFF2-40B4-BE49-F238E27FC236}">
                <a16:creationId xmlns:a16="http://schemas.microsoft.com/office/drawing/2014/main" id="{E3F5A558-9C96-B80B-E33C-853B0907E6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34485" y="1292543"/>
            <a:ext cx="1961515" cy="1961515"/>
          </a:xfrm>
          <a:prstGeom prst="rect">
            <a:avLst/>
          </a:prstGeom>
        </p:spPr>
      </p:pic>
      <p:pic>
        <p:nvPicPr>
          <p:cNvPr id="7" name="圖片 1">
            <a:extLst>
              <a:ext uri="{FF2B5EF4-FFF2-40B4-BE49-F238E27FC236}">
                <a16:creationId xmlns:a16="http://schemas.microsoft.com/office/drawing/2014/main" id="{C8353A43-1DA2-FDAA-7D03-7A8DCDA3B4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69071" y="1140936"/>
            <a:ext cx="1961515" cy="1961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7D0F71-9A4A-A811-E2FD-016B526A1621}"/>
              </a:ext>
            </a:extLst>
          </p:cNvPr>
          <p:cNvPicPr>
            <a:picLocks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b="20299"/>
          <a:stretch>
            <a:fillRect/>
          </a:stretch>
        </p:blipFill>
        <p:spPr>
          <a:xfrm>
            <a:off x="8449673" y="1140936"/>
            <a:ext cx="2442165" cy="2026127"/>
          </a:xfrm>
          <a:prstGeom prst="rect">
            <a:avLst/>
          </a:prstGeom>
        </p:spPr>
      </p:pic>
      <p:pic>
        <p:nvPicPr>
          <p:cNvPr id="10" name="Picture 9" descr="The University emblem was applied in 1997">
            <a:extLst>
              <a:ext uri="{FF2B5EF4-FFF2-40B4-BE49-F238E27FC236}">
                <a16:creationId xmlns:a16="http://schemas.microsoft.com/office/drawing/2014/main" id="{74724730-8152-D8B7-56DE-C56BB323FD6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394751" y="3473433"/>
            <a:ext cx="1606249" cy="160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713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Ping-Han Hsieh</dc:creator>
  <cp:lastModifiedBy>Ping-Han Hsieh</cp:lastModifiedBy>
  <cp:revision>1</cp:revision>
  <dcterms:created xsi:type="dcterms:W3CDTF">2026-10-24T04:55:05Z</dcterms:created>
  <dcterms:modified xsi:type="dcterms:W3CDTF">2026-10-24T05:08:58Z</dcterms:modified>
</cp:coreProperties>
</file>